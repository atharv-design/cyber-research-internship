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BD643-44D9-49E5-A589-1829001B0C69}" v="18" dt="2026-04-29T15:02:46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 Gupta" userId="12c2037f1e0e22c8" providerId="LiveId" clId="{EA85B49E-569C-4B46-AAE6-FFE926D54CDF}"/>
    <pc:docChg chg="modSld">
      <pc:chgData name="Atharv Gupta" userId="12c2037f1e0e22c8" providerId="LiveId" clId="{EA85B49E-569C-4B46-AAE6-FFE926D54CDF}" dt="2026-04-29T15:02:46.638" v="17"/>
      <pc:docMkLst>
        <pc:docMk/>
      </pc:docMkLst>
      <pc:sldChg chg="modTransition">
        <pc:chgData name="Atharv Gupta" userId="12c2037f1e0e22c8" providerId="LiveId" clId="{EA85B49E-569C-4B46-AAE6-FFE926D54CDF}" dt="2026-04-29T15:02:22.346" v="11"/>
        <pc:sldMkLst>
          <pc:docMk/>
          <pc:sldMk cId="2029665934" sldId="256"/>
        </pc:sldMkLst>
      </pc:sldChg>
      <pc:sldChg chg="modTransition">
        <pc:chgData name="Atharv Gupta" userId="12c2037f1e0e22c8" providerId="LiveId" clId="{EA85B49E-569C-4B46-AAE6-FFE926D54CDF}" dt="2026-04-29T15:02:24.763" v="12"/>
        <pc:sldMkLst>
          <pc:docMk/>
          <pc:sldMk cId="1817147168" sldId="257"/>
        </pc:sldMkLst>
      </pc:sldChg>
      <pc:sldChg chg="modTransition">
        <pc:chgData name="Atharv Gupta" userId="12c2037f1e0e22c8" providerId="LiveId" clId="{EA85B49E-569C-4B46-AAE6-FFE926D54CDF}" dt="2026-04-29T15:02:27.859" v="13"/>
        <pc:sldMkLst>
          <pc:docMk/>
          <pc:sldMk cId="948480298" sldId="258"/>
        </pc:sldMkLst>
      </pc:sldChg>
      <pc:sldChg chg="modTransition">
        <pc:chgData name="Atharv Gupta" userId="12c2037f1e0e22c8" providerId="LiveId" clId="{EA85B49E-569C-4B46-AAE6-FFE926D54CDF}" dt="2026-04-29T15:02:31.114" v="14"/>
        <pc:sldMkLst>
          <pc:docMk/>
          <pc:sldMk cId="3402517424" sldId="259"/>
        </pc:sldMkLst>
      </pc:sldChg>
      <pc:sldChg chg="modTransition">
        <pc:chgData name="Atharv Gupta" userId="12c2037f1e0e22c8" providerId="LiveId" clId="{EA85B49E-569C-4B46-AAE6-FFE926D54CDF}" dt="2026-04-29T15:02:34.647" v="15"/>
        <pc:sldMkLst>
          <pc:docMk/>
          <pc:sldMk cId="1293280238" sldId="260"/>
        </pc:sldMkLst>
      </pc:sldChg>
      <pc:sldChg chg="modTransition">
        <pc:chgData name="Atharv Gupta" userId="12c2037f1e0e22c8" providerId="LiveId" clId="{EA85B49E-569C-4B46-AAE6-FFE926D54CDF}" dt="2026-04-29T15:02:38.896" v="16"/>
        <pc:sldMkLst>
          <pc:docMk/>
          <pc:sldMk cId="1402918043" sldId="261"/>
        </pc:sldMkLst>
      </pc:sldChg>
      <pc:sldChg chg="modTransition">
        <pc:chgData name="Atharv Gupta" userId="12c2037f1e0e22c8" providerId="LiveId" clId="{EA85B49E-569C-4B46-AAE6-FFE926D54CDF}" dt="2026-04-29T15:02:13.661" v="9"/>
        <pc:sldMkLst>
          <pc:docMk/>
          <pc:sldMk cId="2843778622" sldId="262"/>
        </pc:sldMkLst>
      </pc:sldChg>
      <pc:sldChg chg="modTransition">
        <pc:chgData name="Atharv Gupta" userId="12c2037f1e0e22c8" providerId="LiveId" clId="{EA85B49E-569C-4B46-AAE6-FFE926D54CDF}" dt="2026-04-29T15:02:46.638" v="17"/>
        <pc:sldMkLst>
          <pc:docMk/>
          <pc:sldMk cId="287506123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5652-6852-A947-1D7E-983A3EAF1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AF97D-79AC-5CF0-2839-E42B6F02A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FB78E-AE61-9F76-040F-D97277CD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FE9AA-4B99-6589-6F09-B4B6585B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E3C9F-8E0E-BD3C-8204-589BBA60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08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964C9-889D-C66B-A41D-C38D1765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7A31-6141-07E9-95BA-943350C53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4233F-4366-55AC-9B4F-4A94AD7B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C7806-027B-0677-CBD8-90A94643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F6834-EF8B-5802-E552-3D04302A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6615-23F0-C9DA-E52D-3754058B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D3E45-FF39-720E-7ACF-A3EF7796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BA23D-C840-961B-4C2E-F23E005A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8BD4-E732-638F-8AC4-DCB96DBC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2241-7484-223C-3B2A-CF6B7EF4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3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972B-9EF4-7B3C-8A2E-5EF45767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3EFF0-6825-B841-75D0-861239E85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C1FE5-631B-BA76-A1A9-575087F08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47181-3BC6-B0EC-F958-66E14945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563D1-B6E4-B60F-284D-553B7555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B7924-0A2B-F1D7-C4FC-9ED208DE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43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70CC-4022-2EC5-6ECE-5BD9A6B2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6AB98-32B6-7E4B-5DCE-DDA99EFD1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48566-7E35-DDE7-D78A-C10EB866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68A48-00E8-C5E1-BCB1-7965A1AB3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BA386-5FA5-3A54-82AC-63BA7B2FC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3C8AB-4AFF-7B50-BD62-B8FED54C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DCEEE-368B-48B0-B890-078A3F14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E79649-1A13-70F6-DCA6-483850F4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5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533B-74EC-0D14-ED6A-668EF32E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6B797-8574-2D8C-AE78-3698928D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A65AE-D3B2-45B2-E5E0-8FDEB156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91CAD-F159-BAE3-6C74-B94B8026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28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BD50B-7CF6-0AFD-3F81-D07071DF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93435-4021-E26A-3C91-ED65A4A6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3E86A-8FAD-E855-3F58-F40D37D7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007B-16CD-A648-BCE9-E8D1C395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31681-F7D7-2E06-4BF5-38149FD70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5403B-84B6-0E53-5505-FE5E9BF2D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61A2-BC8C-7048-6E52-9EB84F83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FCDA7-093A-5555-5EDC-D578E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7421-086B-12E9-2DC0-DDA3CE0B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00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F895-5B0F-25F3-6091-F0B8594E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7DCEB-8718-559D-C07B-BD0DE0CE1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8918A-AF97-EDC0-3E3F-B6CA95B2F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F6ACE-4E0C-1735-C853-CD6F712B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B92D1-0FF7-0BE9-4697-F7429B1F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060E2-FBB8-9BAC-1445-8264DE28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60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8395-6E58-D2BD-81B0-3AE25408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E4818-5AC7-362F-3EB2-651002C03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C3C2-FEDD-7252-D6B2-87614BCE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BD1B-9DBD-2183-977B-D57DBA5A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2CCE9-AEFA-9501-6A5F-4E0CB260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11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53EAB-A9C7-1BE4-9047-7070B4E69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6CA8A-8B1F-7630-AECC-E3FEBA16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45B0-900B-4F23-765E-5B7CFF68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7DFDF-5A04-9E53-952D-CB09E255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2F86-4257-3AC7-9EF4-67BFB86B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0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772AC-3C87-DC1B-8FBD-F71D3BA9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99A5-1C5F-A86C-E92D-7C793E4C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8755D-5E1C-893F-C68B-098C79A28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0A06B-4BB3-4BF4-A852-F36667FF6050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2C719-A513-FB16-37C9-C4CE73C77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4306-7A14-3EE5-A7A5-C5ADBA094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63273-DDB8-478D-B3E2-CEEDC94AB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8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FB65E7-167D-3F22-A26D-C04A5EC7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" y="0"/>
            <a:ext cx="12189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6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83C048-7454-5805-CED5-03549104E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548" y="0"/>
            <a:ext cx="122470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4716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B5D6E-F0A1-AE5D-9044-D3A822B7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"/>
            <a:ext cx="12192000" cy="685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029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8C1CF-25FB-6C4D-2531-55B020C4D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"/>
            <a:ext cx="12192000" cy="685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1742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579B6-5ECB-B35E-E0F6-6BD80063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2"/>
            <a:ext cx="12192000" cy="684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802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D1E4F7-71F5-E77C-11BC-7F090345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"/>
            <a:ext cx="12192000" cy="685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1804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A1BCD-AF40-0993-35FA-020353E88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"/>
            <a:ext cx="12192000" cy="683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7862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BBCC9-2993-53C2-3A7D-DAE6837E8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71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6123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 Gupta</dc:creator>
  <cp:lastModifiedBy>Atharv Gupta</cp:lastModifiedBy>
  <cp:revision>1</cp:revision>
  <dcterms:created xsi:type="dcterms:W3CDTF">2026-04-27T17:56:25Z</dcterms:created>
  <dcterms:modified xsi:type="dcterms:W3CDTF">2026-04-29T15:02:57Z</dcterms:modified>
</cp:coreProperties>
</file>